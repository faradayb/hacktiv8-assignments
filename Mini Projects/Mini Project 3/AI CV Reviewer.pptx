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5" r:id="rId17"/>
    <p:sldId id="276" r:id="rId18"/>
    <p:sldId id="274" r:id="rId19"/>
    <p:sldId id="273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741" autoAdjust="0"/>
  </p:normalViewPr>
  <p:slideViewPr>
    <p:cSldViewPr snapToGrid="0">
      <p:cViewPr varScale="1">
        <p:scale>
          <a:sx n="98" d="100"/>
          <a:sy n="98" d="100"/>
        </p:scale>
        <p:origin x="10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D873-9CCB-5333-5EF2-8814D0431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6C99F7-E755-A7C5-EF45-8A0E583F7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C69C0-DBE6-5256-A803-A85F81AEF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B914-7E76-421A-88F6-0370FA7C0E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48B9-3FB1-7B85-F559-B6299DDEF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EAF38-B25F-4420-274E-06B3335B0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7BA9-32FE-4963-8D5B-64997B952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9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E323-603C-309A-00BF-4805AEFF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ECAD1-D4AB-0487-B14B-BFB44BD7B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874C-D2C3-BACD-D04C-2961F5E1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B914-7E76-421A-88F6-0370FA7C0E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AB1A1-BEEB-5B61-8A33-F5F0C6074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64D9D-E167-70B8-8C87-9B322814A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7BA9-32FE-4963-8D5B-64997B952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9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7731-7163-D31E-7EB8-76FA9D84E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298A9-47B9-ADCE-2DAA-956CE5EB4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3EF48-E374-C0BC-B42C-AAB218B71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B914-7E76-421A-88F6-0370FA7C0E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1631F-4212-A703-BAD2-BC8B5C66D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A2D6E-6ED4-578F-2BDE-1F7ABA08E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7BA9-32FE-4963-8D5B-64997B952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7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99A9-FB05-7388-9E47-A0B09DF3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FD16A-3978-552B-51DB-5CB23E15B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E0CCB-3F1C-C5AC-20DD-9496F6111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11BBF-0D64-82AB-E08A-AFB1FAF2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B914-7E76-421A-88F6-0370FA7C0E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8511F-3021-93A1-D4B6-4858FC502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B196B-C63E-0444-D75A-881C290FD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7BA9-32FE-4963-8D5B-64997B952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2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BED10-6013-4A3F-456A-8749A416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60997-A318-78FD-4055-A5D436737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74E92-2E5B-EB65-8B60-549B1E4C2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4A6EE1-CC61-0CFF-93F3-4D41A7D54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7D745E-50DC-1128-0943-948453292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050C1-A984-C2A6-991B-F89DB88E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B914-7E76-421A-88F6-0370FA7C0E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5EBD82-6FC8-2B9E-52D9-2FBE86C5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7CB2B-A9E0-8C90-CF0D-9DF6BFA3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7BA9-32FE-4963-8D5B-64997B952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4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7C9D-9BC5-1212-981F-8CF86EB3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1C574E-0C07-9585-C4CA-F3E5F29E5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B914-7E76-421A-88F6-0370FA7C0E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71032-D65B-D130-2A73-08D87C612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628BA-2319-92BA-B38B-7B50B8CC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7BA9-32FE-4963-8D5B-64997B952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2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13E1B8-6467-F228-D169-B0BD4E35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B914-7E76-421A-88F6-0370FA7C0E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BF6817-74F6-1F39-302D-FD841E3A5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E277B-46AF-E2AC-7FE8-2D30FCAC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7BA9-32FE-4963-8D5B-64997B952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10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92506-E227-4A40-411A-72A86330E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3FB9D-D67C-1B13-5DA6-D523E64FF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98634-18B6-FB14-4BF1-5D1C97F2D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0CC95-B6BB-21BB-FDF3-40B227F84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B914-7E76-421A-88F6-0370FA7C0E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1E884-20CC-EAC7-A3C0-A1AB35799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5024B-B9CD-BD53-BDA0-2D988DF93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7BA9-32FE-4963-8D5B-64997B952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51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10F35-E6CE-82C5-B5EF-E94D55F04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678590-EBB1-D866-A739-1BB849C72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5A15C-F322-2EE7-1089-E8A60565F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0BC0C-6E06-BF2A-EB08-C7E8D404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B914-7E76-421A-88F6-0370FA7C0E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85E38-963C-D8EB-895C-EF00D502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CB2C9-B76A-3901-A654-ACD921576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7BA9-32FE-4963-8D5B-64997B952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5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666D5-026F-4584-0CBC-AD23831F7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3AC39-F90D-08C0-4C49-08F8F2E22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66167-9B7F-0F2A-54BC-CB4FC9F79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B914-7E76-421A-88F6-0370FA7C0E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C1EF0-8140-32D3-0FCE-B9F493EF8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EB030-E98A-FC35-E4A4-B6CF5AEA3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7BA9-32FE-4963-8D5B-64997B952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1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075ACC-1EC9-6191-14BE-8E9D1C3F6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2285E-C504-3E12-2380-78B75EC8B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3E17C-1BB3-28A9-961D-B07A627D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B914-7E76-421A-88F6-0370FA7C0E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2ECA1-0367-9E64-DB79-FA9F44F50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E9CD7-E5CD-F9C2-6D8A-DFC4ACE6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7BA9-32FE-4963-8D5B-64997B952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81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A2F25-83CD-22DA-8A44-15C90E95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D5978-06ED-FDE5-C1CA-6291C3987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1E1FF-6F1E-5A04-6F0E-765D3682E4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4B914-7E76-421A-88F6-0370FA7C0E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AB120-0D47-8041-CBFE-58CDBB2F6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F296B-97A9-D71D-B6F2-45FDBB25B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D37BA9-32FE-4963-8D5B-64997B952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68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1094-72D6-0A3C-6469-495A8BB22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CV/Resume Reviewer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2F761-1B33-2827-6903-69574B4B5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Faraday Barr Fatahillah</a:t>
            </a:r>
          </a:p>
        </p:txBody>
      </p:sp>
    </p:spTree>
    <p:extLst>
      <p:ext uri="{BB962C8B-B14F-4D97-AF65-F5344CB8AC3E}">
        <p14:creationId xmlns:p14="http://schemas.microsoft.com/office/powerpoint/2010/main" val="683327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237DF-3739-AF7F-1F97-C34D731E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08115" cy="1325563"/>
          </a:xfrm>
        </p:spPr>
        <p:txBody>
          <a:bodyPr/>
          <a:lstStyle/>
          <a:p>
            <a:r>
              <a:rPr lang="en-US" dirty="0"/>
              <a:t>Langkah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61ED4-BD19-2D26-CF2F-3DBC9A54A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5022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Prompt = “</a:t>
            </a:r>
            <a:r>
              <a:rPr lang="en-US" sz="1600" dirty="0" err="1"/>
              <a:t>Buatkan</a:t>
            </a:r>
            <a:r>
              <a:rPr lang="en-US" sz="1600" dirty="0"/>
              <a:t> </a:t>
            </a:r>
            <a:r>
              <a:rPr lang="en-US" sz="1600" dirty="0" err="1"/>
              <a:t>aku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website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mendeteksi</a:t>
            </a:r>
            <a:r>
              <a:rPr lang="en-US" sz="1600" dirty="0"/>
              <a:t> CV/Resume </a:t>
            </a:r>
            <a:r>
              <a:rPr lang="en-US" sz="1600" dirty="0" err="1"/>
              <a:t>menggunakan</a:t>
            </a:r>
            <a:r>
              <a:rPr lang="en-US" sz="1600" dirty="0"/>
              <a:t> AI di Python”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Kelebihan</a:t>
            </a:r>
            <a:r>
              <a:rPr lang="en-US" sz="1600" dirty="0"/>
              <a:t>:</a:t>
            </a:r>
          </a:p>
          <a:p>
            <a:pPr>
              <a:buFontTx/>
              <a:buChar char="-"/>
            </a:pPr>
            <a:r>
              <a:rPr lang="en-US" sz="1600" dirty="0" err="1"/>
              <a:t>Aplikasi</a:t>
            </a:r>
            <a:r>
              <a:rPr lang="en-US" sz="1600" dirty="0"/>
              <a:t> </a:t>
            </a:r>
            <a:r>
              <a:rPr lang="en-US" sz="1600" dirty="0" err="1"/>
              <a:t>berjalan</a:t>
            </a:r>
            <a:endParaRPr lang="en-US" sz="1600" dirty="0"/>
          </a:p>
          <a:p>
            <a:pPr>
              <a:buFontTx/>
              <a:buChar char="-"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Kekurangan</a:t>
            </a:r>
            <a:r>
              <a:rPr lang="en-US" sz="1600" dirty="0"/>
              <a:t>:</a:t>
            </a:r>
          </a:p>
          <a:p>
            <a:pPr>
              <a:buFontTx/>
              <a:buChar char="-"/>
            </a:pPr>
            <a:r>
              <a:rPr lang="en-US" sz="1600" dirty="0"/>
              <a:t>Masih </a:t>
            </a:r>
            <a:r>
              <a:rPr lang="en-US" sz="1600" dirty="0" err="1"/>
              <a:t>menampilkan</a:t>
            </a:r>
            <a:r>
              <a:rPr lang="en-US" sz="1600" dirty="0"/>
              <a:t> proses thinking</a:t>
            </a:r>
          </a:p>
          <a:p>
            <a:pPr>
              <a:buFontTx/>
              <a:buChar char="-"/>
            </a:pPr>
            <a:r>
              <a:rPr lang="en-US" sz="1600" dirty="0"/>
              <a:t>Tidak </a:t>
            </a:r>
            <a:r>
              <a:rPr lang="en-US" sz="1600" dirty="0" err="1"/>
              <a:t>menyarankan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membuat</a:t>
            </a:r>
            <a:r>
              <a:rPr lang="en-US" sz="1600" dirty="0"/>
              <a:t> environment</a:t>
            </a:r>
          </a:p>
          <a:p>
            <a:pPr>
              <a:buFontTx/>
              <a:buChar char="-"/>
            </a:pPr>
            <a:r>
              <a:rPr lang="en-US" sz="1600" dirty="0"/>
              <a:t>Tidak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penilaian</a:t>
            </a:r>
            <a:r>
              <a:rPr lang="en-US" sz="1600" dirty="0"/>
              <a:t> </a:t>
            </a:r>
            <a:r>
              <a:rPr lang="en-US" sz="1600" dirty="0" err="1"/>
              <a:t>objektif</a:t>
            </a:r>
            <a:endParaRPr lang="en-US" sz="1600" dirty="0"/>
          </a:p>
          <a:p>
            <a:pPr>
              <a:buFontTx/>
              <a:buChar char="-"/>
            </a:pPr>
            <a:r>
              <a:rPr lang="en-US" sz="1600" dirty="0"/>
              <a:t>Tidak </a:t>
            </a:r>
            <a:r>
              <a:rPr lang="en-US" sz="1600" dirty="0" err="1"/>
              <a:t>ada</a:t>
            </a:r>
            <a:r>
              <a:rPr lang="en-US" sz="1600" dirty="0"/>
              <a:t> backend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7B42E4-722E-FFC2-F377-CDE5CE69D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978" y="0"/>
            <a:ext cx="6401022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F22C2C-AB61-D664-722B-B7FE68626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976" y="3497504"/>
            <a:ext cx="6401023" cy="346235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F04CA6-09A2-3819-F95E-3C833D099AFF}"/>
              </a:ext>
            </a:extLst>
          </p:cNvPr>
          <p:cNvSpPr txBox="1">
            <a:spLocks/>
          </p:cNvSpPr>
          <p:nvPr/>
        </p:nvSpPr>
        <p:spPr>
          <a:xfrm>
            <a:off x="838198" y="1253331"/>
            <a:ext cx="2508115" cy="43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/>
              <a:t>Tipe</a:t>
            </a:r>
            <a:r>
              <a:rPr lang="en-US" sz="1600" dirty="0"/>
              <a:t> prompting: Zero Shot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509E33-AA64-F4F7-8FEF-E884DD3491CF}"/>
              </a:ext>
            </a:extLst>
          </p:cNvPr>
          <p:cNvSpPr txBox="1">
            <a:spLocks/>
          </p:cNvSpPr>
          <p:nvPr/>
        </p:nvSpPr>
        <p:spPr>
          <a:xfrm>
            <a:off x="3796807" y="815974"/>
            <a:ext cx="2057621" cy="87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Temp: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Top-P : 0.9</a:t>
            </a:r>
          </a:p>
        </p:txBody>
      </p:sp>
    </p:spTree>
    <p:extLst>
      <p:ext uri="{BB962C8B-B14F-4D97-AF65-F5344CB8AC3E}">
        <p14:creationId xmlns:p14="http://schemas.microsoft.com/office/powerpoint/2010/main" val="100394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57B60-43E4-72F2-2E79-436674E31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71DCD-AE86-D694-A3FB-99F920266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08115" cy="1325563"/>
          </a:xfrm>
        </p:spPr>
        <p:txBody>
          <a:bodyPr/>
          <a:lstStyle/>
          <a:p>
            <a:r>
              <a:rPr lang="en-US" dirty="0"/>
              <a:t>Langkah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EEBAA-0A4F-086C-7557-CC8B42FE3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5022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Prompt = “</a:t>
            </a:r>
            <a:r>
              <a:rPr lang="en-US" sz="1600" dirty="0" err="1"/>
              <a:t>Sepertinya</a:t>
            </a:r>
            <a:r>
              <a:rPr lang="en-US" sz="1600" dirty="0"/>
              <a:t> </a:t>
            </a:r>
            <a:r>
              <a:rPr lang="en-US" sz="1600" dirty="0" err="1"/>
              <a:t>perlu</a:t>
            </a:r>
            <a:r>
              <a:rPr lang="en-US" sz="1600" dirty="0"/>
              <a:t> </a:t>
            </a:r>
            <a:r>
              <a:rPr lang="en-US" sz="1600" dirty="0" err="1"/>
              <a:t>ditambahkan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backend, </a:t>
            </a:r>
            <a:r>
              <a:rPr lang="en-US" sz="1600" dirty="0" err="1"/>
              <a:t>gunakan</a:t>
            </a:r>
            <a:r>
              <a:rPr lang="en-US" sz="1600" dirty="0"/>
              <a:t> </a:t>
            </a:r>
            <a:r>
              <a:rPr lang="en-US" sz="1600" dirty="0" err="1"/>
              <a:t>FastAPI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backend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aplikasi</a:t>
            </a:r>
            <a:r>
              <a:rPr lang="en-US" sz="1600" dirty="0"/>
              <a:t> </a:t>
            </a:r>
            <a:r>
              <a:rPr lang="en-US" sz="1600" dirty="0" err="1"/>
              <a:t>ini</a:t>
            </a:r>
            <a:r>
              <a:rPr lang="en-US" sz="1600" dirty="0"/>
              <a:t>”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Kelebihan</a:t>
            </a:r>
            <a:r>
              <a:rPr lang="en-US" sz="1600" dirty="0"/>
              <a:t>:</a:t>
            </a:r>
          </a:p>
          <a:p>
            <a:pPr>
              <a:buFontTx/>
              <a:buChar char="-"/>
            </a:pPr>
            <a:r>
              <a:rPr lang="en-US" sz="1600" dirty="0" err="1"/>
              <a:t>Aplikasi</a:t>
            </a:r>
            <a:r>
              <a:rPr lang="en-US" sz="1600" dirty="0"/>
              <a:t> </a:t>
            </a:r>
            <a:r>
              <a:rPr lang="en-US" sz="1600" dirty="0" err="1"/>
              <a:t>berjalan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Backend</a:t>
            </a:r>
          </a:p>
          <a:p>
            <a:pPr>
              <a:buFontTx/>
              <a:buChar char="-"/>
            </a:pPr>
            <a:r>
              <a:rPr lang="en-US" sz="1600" dirty="0"/>
              <a:t>Data dan </a:t>
            </a:r>
            <a:r>
              <a:rPr lang="en-US" sz="1600" dirty="0" err="1"/>
              <a:t>pemrosesan</a:t>
            </a:r>
            <a:r>
              <a:rPr lang="en-US" sz="1600" dirty="0"/>
              <a:t>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terjadi</a:t>
            </a:r>
            <a:r>
              <a:rPr lang="en-US" sz="1600" dirty="0"/>
              <a:t> di backend</a:t>
            </a:r>
          </a:p>
          <a:p>
            <a:pPr>
              <a:buFontTx/>
              <a:buChar char="-"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Kekurangan</a:t>
            </a:r>
            <a:r>
              <a:rPr lang="en-US" sz="1600" dirty="0"/>
              <a:t>:</a:t>
            </a:r>
          </a:p>
          <a:p>
            <a:pPr>
              <a:buFontTx/>
              <a:buChar char="-"/>
            </a:pPr>
            <a:r>
              <a:rPr lang="en-US" sz="1600" dirty="0"/>
              <a:t>Masih </a:t>
            </a:r>
            <a:r>
              <a:rPr lang="en-US" sz="1600" dirty="0" err="1"/>
              <a:t>menampilkan</a:t>
            </a:r>
            <a:r>
              <a:rPr lang="en-US" sz="1600" dirty="0"/>
              <a:t> proses thinking</a:t>
            </a:r>
          </a:p>
          <a:p>
            <a:pPr>
              <a:buFontTx/>
              <a:buChar char="-"/>
            </a:pPr>
            <a:r>
              <a:rPr lang="en-US" sz="1600" dirty="0"/>
              <a:t>Tidak </a:t>
            </a:r>
            <a:r>
              <a:rPr lang="en-US" sz="1600" dirty="0" err="1"/>
              <a:t>menyarankan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membuat</a:t>
            </a:r>
            <a:r>
              <a:rPr lang="en-US" sz="1600" dirty="0"/>
              <a:t> environment</a:t>
            </a:r>
          </a:p>
          <a:p>
            <a:pPr>
              <a:buFontTx/>
              <a:buChar char="-"/>
            </a:pPr>
            <a:r>
              <a:rPr lang="en-US" sz="1600" dirty="0"/>
              <a:t>Tidak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penilaian</a:t>
            </a:r>
            <a:r>
              <a:rPr lang="en-US" sz="1600" dirty="0"/>
              <a:t> </a:t>
            </a:r>
            <a:r>
              <a:rPr lang="en-US" sz="1600" dirty="0" err="1"/>
              <a:t>objektif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5071FC-DCB8-8B2B-6860-36B2CE089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976" y="1"/>
            <a:ext cx="6401024" cy="3452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35898F-E74C-1FCA-8A91-BAFA57B42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976" y="3405649"/>
            <a:ext cx="6401024" cy="345235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1F956E-3FEF-ED8D-8D55-919142D68889}"/>
              </a:ext>
            </a:extLst>
          </p:cNvPr>
          <p:cNvSpPr txBox="1">
            <a:spLocks/>
          </p:cNvSpPr>
          <p:nvPr/>
        </p:nvSpPr>
        <p:spPr>
          <a:xfrm>
            <a:off x="838198" y="1253331"/>
            <a:ext cx="2508115" cy="4373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/>
              <a:t>Tipe</a:t>
            </a:r>
            <a:r>
              <a:rPr lang="en-US" sz="1600" dirty="0"/>
              <a:t> prompting:  Instruction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4C8D647-3431-9052-2F3F-156D28D2C0C1}"/>
              </a:ext>
            </a:extLst>
          </p:cNvPr>
          <p:cNvSpPr txBox="1">
            <a:spLocks/>
          </p:cNvSpPr>
          <p:nvPr/>
        </p:nvSpPr>
        <p:spPr>
          <a:xfrm>
            <a:off x="3796807" y="815974"/>
            <a:ext cx="2057621" cy="87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Temp: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Top-P : 0.9</a:t>
            </a:r>
          </a:p>
        </p:txBody>
      </p:sp>
    </p:spTree>
    <p:extLst>
      <p:ext uri="{BB962C8B-B14F-4D97-AF65-F5344CB8AC3E}">
        <p14:creationId xmlns:p14="http://schemas.microsoft.com/office/powerpoint/2010/main" val="102392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01AEA-221A-46E0-2562-802AAA03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E574-680D-78B7-A95A-9F83498C5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08115" cy="1325563"/>
          </a:xfrm>
        </p:spPr>
        <p:txBody>
          <a:bodyPr/>
          <a:lstStyle/>
          <a:p>
            <a:r>
              <a:rPr lang="en-US" dirty="0"/>
              <a:t>Langkah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99E17-DC68-3452-45BA-260B9357F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50228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/>
              <a:t>Prompt = “</a:t>
            </a:r>
            <a:r>
              <a:rPr lang="en-US" sz="1600" dirty="0" err="1"/>
              <a:t>Buatlah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prompt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bahasa</a:t>
            </a:r>
            <a:r>
              <a:rPr lang="en-US" sz="1600" dirty="0"/>
              <a:t> </a:t>
            </a:r>
            <a:r>
              <a:rPr lang="en-US" sz="1600" dirty="0" err="1"/>
              <a:t>inggris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AI CV reviewer </a:t>
            </a:r>
            <a:r>
              <a:rPr lang="en-US" sz="1600" dirty="0" err="1"/>
              <a:t>tersebut</a:t>
            </a:r>
            <a:r>
              <a:rPr lang="en-US" sz="1600" dirty="0"/>
              <a:t> yang </a:t>
            </a:r>
            <a:r>
              <a:rPr lang="en-US" sz="1600" dirty="0" err="1"/>
              <a:t>memiliki</a:t>
            </a:r>
            <a:r>
              <a:rPr lang="en-US" sz="1600" dirty="0"/>
              <a:t> persona </a:t>
            </a:r>
            <a:r>
              <a:rPr lang="en-US" sz="1600" dirty="0" err="1"/>
              <a:t>sebagai</a:t>
            </a:r>
            <a:r>
              <a:rPr lang="en-US" sz="1600" dirty="0"/>
              <a:t> HRD yang </a:t>
            </a:r>
            <a:r>
              <a:rPr lang="en-US" sz="1600" dirty="0" err="1"/>
              <a:t>sedang</a:t>
            </a:r>
            <a:r>
              <a:rPr lang="en-US" sz="1600" dirty="0"/>
              <a:t> </a:t>
            </a:r>
            <a:r>
              <a:rPr lang="en-US" sz="1600" dirty="0" err="1"/>
              <a:t>mencari</a:t>
            </a:r>
            <a:r>
              <a:rPr lang="en-US" sz="1600" dirty="0"/>
              <a:t> AI Engineer”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Kelebihan</a:t>
            </a:r>
            <a:r>
              <a:rPr lang="en-US" sz="1600" dirty="0"/>
              <a:t>:</a:t>
            </a:r>
          </a:p>
          <a:p>
            <a:pPr>
              <a:buFontTx/>
              <a:buChar char="-"/>
            </a:pPr>
            <a:r>
              <a:rPr lang="en-US" sz="1600" dirty="0" err="1"/>
              <a:t>Aplikasi</a:t>
            </a:r>
            <a:r>
              <a:rPr lang="en-US" sz="1600" dirty="0"/>
              <a:t> </a:t>
            </a:r>
            <a:r>
              <a:rPr lang="en-US" sz="1600" dirty="0" err="1"/>
              <a:t>berjalan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Backend</a:t>
            </a:r>
          </a:p>
          <a:p>
            <a:pPr>
              <a:buFontTx/>
              <a:buChar char="-"/>
            </a:pPr>
            <a:r>
              <a:rPr lang="en-US" sz="1600" dirty="0"/>
              <a:t>Data dan </a:t>
            </a:r>
            <a:r>
              <a:rPr lang="en-US" sz="1600" dirty="0" err="1"/>
              <a:t>pemrosesan</a:t>
            </a:r>
            <a:r>
              <a:rPr lang="en-US" sz="1600" dirty="0"/>
              <a:t>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terjadi</a:t>
            </a:r>
            <a:r>
              <a:rPr lang="en-US" sz="1600" dirty="0"/>
              <a:t> di backend</a:t>
            </a:r>
          </a:p>
          <a:p>
            <a:pPr>
              <a:buFontTx/>
              <a:buChar char="-"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Kekurangan</a:t>
            </a:r>
            <a:r>
              <a:rPr lang="en-US" sz="1600" dirty="0"/>
              <a:t>:</a:t>
            </a:r>
          </a:p>
          <a:p>
            <a:pPr>
              <a:buFontTx/>
              <a:buChar char="-"/>
            </a:pPr>
            <a:r>
              <a:rPr lang="en-US" sz="1600" dirty="0"/>
              <a:t>Masih </a:t>
            </a:r>
            <a:r>
              <a:rPr lang="en-US" sz="1600" dirty="0" err="1"/>
              <a:t>menampilkan</a:t>
            </a:r>
            <a:r>
              <a:rPr lang="en-US" sz="1600" dirty="0"/>
              <a:t> proses thinking</a:t>
            </a:r>
          </a:p>
          <a:p>
            <a:pPr>
              <a:buFontTx/>
              <a:buChar char="-"/>
            </a:pPr>
            <a:r>
              <a:rPr lang="en-US" sz="1600" dirty="0"/>
              <a:t>Tidak </a:t>
            </a:r>
            <a:r>
              <a:rPr lang="en-US" sz="1600" dirty="0" err="1"/>
              <a:t>menyarankan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membuat</a:t>
            </a:r>
            <a:r>
              <a:rPr lang="en-US" sz="1600" dirty="0"/>
              <a:t> environment</a:t>
            </a:r>
          </a:p>
          <a:p>
            <a:pPr>
              <a:buFontTx/>
              <a:buChar char="-"/>
            </a:pPr>
            <a:r>
              <a:rPr lang="en-US" sz="1600" dirty="0"/>
              <a:t>Tidak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penilaian</a:t>
            </a:r>
            <a:r>
              <a:rPr lang="en-US" sz="1600" dirty="0"/>
              <a:t> </a:t>
            </a:r>
            <a:r>
              <a:rPr lang="en-US" sz="1600" dirty="0" err="1"/>
              <a:t>objektif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AEBBD1-2106-10C7-2E97-4D2349184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976" y="3405650"/>
            <a:ext cx="6401024" cy="34523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9567DA-7C11-E0D4-A35D-156376A36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976" y="1"/>
            <a:ext cx="6401024" cy="34523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8F1CF0-71A5-7D9D-1C88-56BC730E4591}"/>
              </a:ext>
            </a:extLst>
          </p:cNvPr>
          <p:cNvSpPr txBox="1">
            <a:spLocks/>
          </p:cNvSpPr>
          <p:nvPr/>
        </p:nvSpPr>
        <p:spPr>
          <a:xfrm>
            <a:off x="838198" y="1253331"/>
            <a:ext cx="2508115" cy="4373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/>
              <a:t>Tipe</a:t>
            </a:r>
            <a:r>
              <a:rPr lang="en-US" sz="1600" dirty="0"/>
              <a:t> prompting:  Instruction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4BD429-E337-184F-D44A-A933EE978B41}"/>
              </a:ext>
            </a:extLst>
          </p:cNvPr>
          <p:cNvSpPr txBox="1">
            <a:spLocks/>
          </p:cNvSpPr>
          <p:nvPr/>
        </p:nvSpPr>
        <p:spPr>
          <a:xfrm>
            <a:off x="3796807" y="815974"/>
            <a:ext cx="2057621" cy="87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Temp: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Top-P : 0.9</a:t>
            </a:r>
          </a:p>
        </p:txBody>
      </p:sp>
    </p:spTree>
    <p:extLst>
      <p:ext uri="{BB962C8B-B14F-4D97-AF65-F5344CB8AC3E}">
        <p14:creationId xmlns:p14="http://schemas.microsoft.com/office/powerpoint/2010/main" val="4293888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C6D7B-98ED-472E-61A3-B3EC013CB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7BDA-1D4E-18C8-98F3-D73A111E5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08115" cy="1325563"/>
          </a:xfrm>
        </p:spPr>
        <p:txBody>
          <a:bodyPr/>
          <a:lstStyle/>
          <a:p>
            <a:r>
              <a:rPr lang="en-US" dirty="0"/>
              <a:t>Langkah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1EF8C-9A20-E08E-37A0-169B52878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50228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Prompt = “</a:t>
            </a:r>
            <a:r>
              <a:rPr lang="en-US" sz="1600" dirty="0" err="1"/>
              <a:t>Sebagai</a:t>
            </a:r>
            <a:r>
              <a:rPr lang="en-US" sz="1600" dirty="0"/>
              <a:t> Senior Tech Recruiter, </a:t>
            </a:r>
            <a:r>
              <a:rPr lang="en-US" sz="1600" dirty="0" err="1"/>
              <a:t>buatlah</a:t>
            </a:r>
            <a:r>
              <a:rPr lang="en-US" sz="1600" dirty="0"/>
              <a:t> prompt agar AI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menentukan</a:t>
            </a:r>
            <a:r>
              <a:rPr lang="en-US" sz="1600" dirty="0"/>
              <a:t> </a:t>
            </a:r>
            <a:r>
              <a:rPr lang="en-US" sz="1600" dirty="0" err="1"/>
              <a:t>skala</a:t>
            </a:r>
            <a:r>
              <a:rPr lang="en-US" sz="1600" dirty="0"/>
              <a:t> </a:t>
            </a:r>
            <a:r>
              <a:rPr lang="en-US" sz="1600" dirty="0" err="1"/>
              <a:t>penilaian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1 </a:t>
            </a:r>
            <a:r>
              <a:rPr lang="en-US" sz="1600" dirty="0" err="1"/>
              <a:t>sampai</a:t>
            </a:r>
            <a:r>
              <a:rPr lang="en-US" sz="1600" dirty="0"/>
              <a:t> 10, </a:t>
            </a:r>
            <a:r>
              <a:rPr lang="en-US" sz="1600" dirty="0" err="1"/>
              <a:t>peraturan</a:t>
            </a:r>
            <a:r>
              <a:rPr lang="en-US" sz="1600" dirty="0"/>
              <a:t> </a:t>
            </a:r>
            <a:r>
              <a:rPr lang="en-US" sz="1600" dirty="0" err="1"/>
              <a:t>evaluasi</a:t>
            </a:r>
            <a:r>
              <a:rPr lang="en-US" sz="1600" dirty="0"/>
              <a:t>, </a:t>
            </a:r>
            <a:r>
              <a:rPr lang="en-US" sz="1600" dirty="0" err="1"/>
              <a:t>kriteria</a:t>
            </a:r>
            <a:r>
              <a:rPr lang="en-US" sz="1600" dirty="0"/>
              <a:t> </a:t>
            </a:r>
            <a:r>
              <a:rPr lang="en-US" sz="1600" dirty="0" err="1"/>
              <a:t>evaluasi</a:t>
            </a:r>
            <a:r>
              <a:rPr lang="en-US" sz="1600" dirty="0"/>
              <a:t>, </a:t>
            </a:r>
            <a:r>
              <a:rPr lang="en-US" sz="1600" dirty="0" err="1"/>
              <a:t>bobot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evaluasi</a:t>
            </a:r>
            <a:r>
              <a:rPr lang="en-US" sz="1600" dirty="0"/>
              <a:t>, dan format output yang </a:t>
            </a:r>
            <a:r>
              <a:rPr lang="en-US" sz="1600" dirty="0" err="1"/>
              <a:t>terdiri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Nama </a:t>
            </a:r>
            <a:r>
              <a:rPr lang="en-US" sz="1600" dirty="0" err="1"/>
              <a:t>Kandidat</a:t>
            </a:r>
            <a:r>
              <a:rPr lang="en-US" sz="1600" dirty="0"/>
              <a:t>, </a:t>
            </a:r>
            <a:r>
              <a:rPr lang="en-US" sz="1600" dirty="0" err="1"/>
              <a:t>Ringkasan</a:t>
            </a:r>
            <a:r>
              <a:rPr lang="en-US" sz="1600" dirty="0"/>
              <a:t> </a:t>
            </a:r>
            <a:r>
              <a:rPr lang="en-US" sz="1600" dirty="0" err="1"/>
              <a:t>Kandidat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2 </a:t>
            </a:r>
            <a:r>
              <a:rPr lang="en-US" sz="1600" dirty="0" err="1"/>
              <a:t>sampai</a:t>
            </a:r>
            <a:r>
              <a:rPr lang="en-US" sz="1600" dirty="0"/>
              <a:t> 3 </a:t>
            </a:r>
            <a:r>
              <a:rPr lang="en-US" sz="1600" dirty="0" err="1"/>
              <a:t>kalimat</a:t>
            </a:r>
            <a:r>
              <a:rPr lang="en-US" sz="1600" dirty="0"/>
              <a:t>, </a:t>
            </a:r>
            <a:r>
              <a:rPr lang="en-US" sz="1600" dirty="0" err="1"/>
              <a:t>Kelebihan</a:t>
            </a:r>
            <a:r>
              <a:rPr lang="en-US" sz="1600" dirty="0"/>
              <a:t>, </a:t>
            </a:r>
            <a:r>
              <a:rPr lang="en-US" sz="1600" dirty="0" err="1"/>
              <a:t>kekurangan</a:t>
            </a:r>
            <a:r>
              <a:rPr lang="en-US" sz="1600" dirty="0"/>
              <a:t>, </a:t>
            </a:r>
            <a:r>
              <a:rPr lang="en-US" sz="1600" dirty="0" err="1"/>
              <a:t>hasil</a:t>
            </a:r>
            <a:r>
              <a:rPr lang="en-US" sz="1600" dirty="0"/>
              <a:t> </a:t>
            </a:r>
            <a:r>
              <a:rPr lang="en-US" sz="1600" dirty="0" err="1"/>
              <a:t>skor</a:t>
            </a:r>
            <a:r>
              <a:rPr lang="en-US" sz="1600" dirty="0"/>
              <a:t> </a:t>
            </a:r>
            <a:r>
              <a:rPr lang="en-US" sz="1600" dirty="0" err="1"/>
              <a:t>penilaian</a:t>
            </a:r>
            <a:r>
              <a:rPr lang="en-US" sz="1600" dirty="0"/>
              <a:t>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kriteria</a:t>
            </a:r>
            <a:r>
              <a:rPr lang="en-US" sz="1600" dirty="0"/>
              <a:t> </a:t>
            </a:r>
            <a:r>
              <a:rPr lang="en-US" sz="1600" dirty="0" err="1"/>
              <a:t>evaluasi</a:t>
            </a:r>
            <a:r>
              <a:rPr lang="en-US" sz="1600" dirty="0"/>
              <a:t>, </a:t>
            </a:r>
            <a:r>
              <a:rPr lang="en-US" sz="1600" dirty="0" err="1"/>
              <a:t>skor</a:t>
            </a:r>
            <a:r>
              <a:rPr lang="en-US" sz="1600" dirty="0"/>
              <a:t> </a:t>
            </a:r>
            <a:r>
              <a:rPr lang="en-US" sz="1600" dirty="0" err="1"/>
              <a:t>akhir</a:t>
            </a:r>
            <a:r>
              <a:rPr lang="en-US" sz="1600" dirty="0"/>
              <a:t> </a:t>
            </a:r>
            <a:r>
              <a:rPr lang="en-US" sz="1600" dirty="0" err="1"/>
              <a:t>penilaian</a:t>
            </a:r>
            <a:r>
              <a:rPr lang="en-US" sz="1600" dirty="0"/>
              <a:t>, </a:t>
            </a:r>
            <a:r>
              <a:rPr lang="en-US" sz="1600" dirty="0" err="1"/>
              <a:t>kalkulasi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setiap</a:t>
            </a:r>
            <a:r>
              <a:rPr lang="en-US" sz="1600" dirty="0"/>
              <a:t> </a:t>
            </a:r>
            <a:r>
              <a:rPr lang="en-US" sz="1600" dirty="0" err="1"/>
              <a:t>bobot</a:t>
            </a:r>
            <a:r>
              <a:rPr lang="en-US" sz="1600" dirty="0"/>
              <a:t>, </a:t>
            </a:r>
            <a:r>
              <a:rPr lang="en-US" sz="1600" dirty="0" err="1"/>
              <a:t>pernyataan</a:t>
            </a:r>
            <a:r>
              <a:rPr lang="en-US" sz="1600" dirty="0"/>
              <a:t> </a:t>
            </a:r>
            <a:r>
              <a:rPr lang="en-US" sz="1600" dirty="0" err="1"/>
              <a:t>kandidat</a:t>
            </a:r>
            <a:r>
              <a:rPr lang="en-US" sz="1600" dirty="0"/>
              <a:t> </a:t>
            </a:r>
            <a:r>
              <a:rPr lang="en-US" sz="1600" dirty="0" err="1"/>
              <a:t>direkomendasi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, dan 2 </a:t>
            </a:r>
            <a:r>
              <a:rPr lang="en-US" sz="1600" dirty="0" err="1"/>
              <a:t>sampai</a:t>
            </a:r>
            <a:r>
              <a:rPr lang="en-US" sz="1600" dirty="0"/>
              <a:t> 3 </a:t>
            </a:r>
            <a:r>
              <a:rPr lang="en-US" sz="1600" dirty="0" err="1"/>
              <a:t>kalimat</a:t>
            </a:r>
            <a:r>
              <a:rPr lang="en-US" sz="1600" dirty="0"/>
              <a:t> </a:t>
            </a:r>
            <a:r>
              <a:rPr lang="en-US" sz="1600" dirty="0" err="1"/>
              <a:t>menjelaskan</a:t>
            </a:r>
            <a:r>
              <a:rPr lang="en-US" sz="1600" dirty="0"/>
              <a:t> </a:t>
            </a:r>
            <a:r>
              <a:rPr lang="en-US" sz="1600" dirty="0" err="1"/>
              <a:t>alasan</a:t>
            </a:r>
            <a:r>
              <a:rPr lang="en-US" sz="1600" dirty="0"/>
              <a:t> </a:t>
            </a:r>
            <a:r>
              <a:rPr lang="en-US" sz="1600" dirty="0" err="1"/>
              <a:t>pernyataan</a:t>
            </a:r>
            <a:r>
              <a:rPr lang="en-US" sz="1600" dirty="0"/>
              <a:t> </a:t>
            </a:r>
            <a:r>
              <a:rPr lang="en-US" sz="1600" dirty="0" err="1"/>
              <a:t>rekomendasi</a:t>
            </a:r>
            <a:r>
              <a:rPr lang="en-US" sz="1600" dirty="0"/>
              <a:t>. JANGAN </a:t>
            </a:r>
            <a:r>
              <a:rPr lang="en-US" sz="1600" dirty="0" err="1"/>
              <a:t>melakukan</a:t>
            </a:r>
            <a:r>
              <a:rPr lang="en-US" sz="1600" dirty="0"/>
              <a:t> </a:t>
            </a:r>
            <a:r>
              <a:rPr lang="en-US" sz="1600" dirty="0" err="1"/>
              <a:t>hal</a:t>
            </a:r>
            <a:r>
              <a:rPr lang="en-US" sz="1600" dirty="0"/>
              <a:t> </a:t>
            </a:r>
            <a:r>
              <a:rPr lang="en-US" sz="1600" dirty="0" err="1"/>
              <a:t>selain</a:t>
            </a:r>
            <a:r>
              <a:rPr lang="en-US" sz="1600" dirty="0"/>
              <a:t> yang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diberikan</a:t>
            </a:r>
            <a:r>
              <a:rPr lang="en-US" sz="1600" dirty="0"/>
              <a:t>”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Kelebihan</a:t>
            </a:r>
            <a:r>
              <a:rPr lang="en-US" sz="1600" dirty="0"/>
              <a:t>: AI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mulai</a:t>
            </a:r>
            <a:r>
              <a:rPr lang="en-US" sz="1600" dirty="0"/>
              <a:t> </a:t>
            </a:r>
            <a:r>
              <a:rPr lang="en-US" sz="1600" dirty="0" err="1"/>
              <a:t>terstruktur</a:t>
            </a:r>
            <a:r>
              <a:rPr lang="en-US" sz="1600" dirty="0"/>
              <a:t> </a:t>
            </a:r>
            <a:r>
              <a:rPr lang="en-US" sz="1600" dirty="0" err="1"/>
              <a:t>tetapi</a:t>
            </a:r>
            <a:r>
              <a:rPr lang="en-US" sz="1600" dirty="0"/>
              <a:t> </a:t>
            </a:r>
            <a:r>
              <a:rPr lang="en-US" sz="1600" dirty="0" err="1"/>
              <a:t>masih</a:t>
            </a:r>
            <a:r>
              <a:rPr lang="en-US" sz="1600" dirty="0"/>
              <a:t> </a:t>
            </a:r>
            <a:r>
              <a:rPr lang="en-US" sz="1600" dirty="0" err="1"/>
              <a:t>belum</a:t>
            </a:r>
            <a:r>
              <a:rPr lang="en-US" sz="1600" dirty="0"/>
              <a:t> </a:t>
            </a:r>
            <a:r>
              <a:rPr lang="en-US" sz="1600" dirty="0" err="1"/>
              <a:t>rapih</a:t>
            </a:r>
            <a:r>
              <a:rPr lang="en-US" sz="1600" dirty="0"/>
              <a:t> </a:t>
            </a:r>
            <a:r>
              <a:rPr lang="en-US" sz="1600" dirty="0" err="1"/>
              <a:t>tampilannya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Kekurangan</a:t>
            </a:r>
            <a:r>
              <a:rPr lang="en-US" sz="1600" dirty="0"/>
              <a:t>: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sebelumnya</a:t>
            </a:r>
            <a:r>
              <a:rPr lang="en-US" sz="1600" dirty="0"/>
              <a:t> dan </a:t>
            </a:r>
            <a:r>
              <a:rPr lang="en-US" sz="1600" dirty="0" err="1"/>
              <a:t>penilaian</a:t>
            </a:r>
            <a:r>
              <a:rPr lang="en-US" sz="1600" dirty="0"/>
              <a:t> </a:t>
            </a:r>
            <a:r>
              <a:rPr lang="en-US" sz="1600" dirty="0" err="1"/>
              <a:t>belum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bentuk</a:t>
            </a:r>
            <a:r>
              <a:rPr lang="en-US" sz="1600" dirty="0"/>
              <a:t> </a:t>
            </a:r>
            <a:r>
              <a:rPr lang="en-US" sz="1600" dirty="0" err="1"/>
              <a:t>tabel</a:t>
            </a:r>
            <a:r>
              <a:rPr lang="en-US" sz="1600" dirty="0"/>
              <a:t> </a:t>
            </a:r>
            <a:r>
              <a:rPr lang="en-US" sz="1600" dirty="0" err="1"/>
              <a:t>serta</a:t>
            </a:r>
            <a:r>
              <a:rPr lang="en-US" sz="1600" dirty="0"/>
              <a:t> </a:t>
            </a:r>
            <a:r>
              <a:rPr lang="en-US" sz="1600" dirty="0" err="1"/>
              <a:t>belum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Bahasa Indonesia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FE176-471B-9415-38C8-2C41AD9CC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976" y="3405650"/>
            <a:ext cx="6401024" cy="34523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885433-332F-87F2-DA68-A146E2D4D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322" y="0"/>
            <a:ext cx="6388678" cy="345235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3EC8D1-2248-A6FB-6FA0-C7AB9BAFF91D}"/>
              </a:ext>
            </a:extLst>
          </p:cNvPr>
          <p:cNvSpPr txBox="1">
            <a:spLocks/>
          </p:cNvSpPr>
          <p:nvPr/>
        </p:nvSpPr>
        <p:spPr>
          <a:xfrm>
            <a:off x="838198" y="1253331"/>
            <a:ext cx="2508115" cy="43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/>
              <a:t>Tipe</a:t>
            </a:r>
            <a:r>
              <a:rPr lang="en-US" sz="1600" dirty="0"/>
              <a:t> prompting:  Role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C600B3-D71B-3294-9588-C50FEF817739}"/>
              </a:ext>
            </a:extLst>
          </p:cNvPr>
          <p:cNvSpPr txBox="1">
            <a:spLocks/>
          </p:cNvSpPr>
          <p:nvPr/>
        </p:nvSpPr>
        <p:spPr>
          <a:xfrm>
            <a:off x="3796807" y="815974"/>
            <a:ext cx="2057621" cy="87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Temp: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Top-P : 0.9</a:t>
            </a:r>
          </a:p>
        </p:txBody>
      </p:sp>
    </p:spTree>
    <p:extLst>
      <p:ext uri="{BB962C8B-B14F-4D97-AF65-F5344CB8AC3E}">
        <p14:creationId xmlns:p14="http://schemas.microsoft.com/office/powerpoint/2010/main" val="4229464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DFDF7-2DAB-36AF-965F-7BAC6385E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2ED9D-3FE5-78BE-4B45-CD670FF5C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08115" cy="1325563"/>
          </a:xfrm>
        </p:spPr>
        <p:txBody>
          <a:bodyPr/>
          <a:lstStyle/>
          <a:p>
            <a:r>
              <a:rPr lang="en-US" dirty="0"/>
              <a:t>Langkah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965D-6D8E-1C9D-5D1B-0D8CDC514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50228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Prompt = “</a:t>
            </a:r>
            <a:r>
              <a:rPr lang="en-US" sz="1600" dirty="0" err="1"/>
              <a:t>Jangan</a:t>
            </a:r>
            <a:r>
              <a:rPr lang="en-US" sz="1600" dirty="0"/>
              <a:t> </a:t>
            </a:r>
            <a:r>
              <a:rPr lang="en-US" sz="1600" dirty="0" err="1"/>
              <a:t>tampilkan</a:t>
            </a:r>
            <a:r>
              <a:rPr lang="en-US" sz="1600" dirty="0"/>
              <a:t> </a:t>
            </a:r>
            <a:r>
              <a:rPr lang="en-US" sz="1600" dirty="0" err="1"/>
              <a:t>hasil</a:t>
            </a:r>
            <a:r>
              <a:rPr lang="en-US" sz="1600" dirty="0"/>
              <a:t> oleh AI pada frontend </a:t>
            </a:r>
            <a:r>
              <a:rPr lang="en-US" sz="1600" dirty="0" err="1"/>
              <a:t>hanya</a:t>
            </a:r>
            <a:r>
              <a:rPr lang="en-US" sz="1600" dirty="0"/>
              <a:t> </a:t>
            </a:r>
            <a:r>
              <a:rPr lang="en-US" sz="1600" dirty="0" err="1"/>
              <a:t>hasil</a:t>
            </a:r>
            <a:r>
              <a:rPr lang="en-US" sz="1600" dirty="0"/>
              <a:t> </a:t>
            </a:r>
            <a:r>
              <a:rPr lang="en-US" sz="1600" dirty="0" err="1"/>
              <a:t>akhir</a:t>
            </a:r>
            <a:r>
              <a:rPr lang="en-US" sz="1600" dirty="0"/>
              <a:t> </a:t>
            </a:r>
            <a:r>
              <a:rPr lang="en-US" sz="1600" dirty="0" err="1"/>
              <a:t>mulai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candidate name </a:t>
            </a:r>
            <a:r>
              <a:rPr lang="en-US" sz="1600" dirty="0" err="1"/>
              <a:t>hingga</a:t>
            </a:r>
            <a:r>
              <a:rPr lang="en-US" sz="1600" dirty="0"/>
              <a:t> </a:t>
            </a:r>
            <a:r>
              <a:rPr lang="en-US" sz="1600" dirty="0" err="1"/>
              <a:t>alasan</a:t>
            </a:r>
            <a:r>
              <a:rPr lang="en-US" sz="1600" dirty="0"/>
              <a:t> </a:t>
            </a:r>
            <a:r>
              <a:rPr lang="en-US" sz="1600" dirty="0" err="1"/>
              <a:t>direkomendasikan</a:t>
            </a:r>
            <a:r>
              <a:rPr lang="en-US" sz="1600" dirty="0"/>
              <a:t>, Ubah </a:t>
            </a:r>
            <a:r>
              <a:rPr lang="en-US" sz="1600" dirty="0" err="1"/>
              <a:t>perhitungan</a:t>
            </a:r>
            <a:r>
              <a:rPr lang="en-US" sz="1600" dirty="0"/>
              <a:t> </a:t>
            </a:r>
            <a:r>
              <a:rPr lang="en-US" sz="1600" dirty="0" err="1"/>
              <a:t>bobot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bentuk</a:t>
            </a:r>
            <a:r>
              <a:rPr lang="en-US" sz="1600" dirty="0"/>
              <a:t> </a:t>
            </a:r>
            <a:r>
              <a:rPr lang="en-US" sz="1600" dirty="0" err="1"/>
              <a:t>tabel</a:t>
            </a:r>
            <a:r>
              <a:rPr lang="en-US" sz="1600" dirty="0"/>
              <a:t>, </a:t>
            </a:r>
            <a:r>
              <a:rPr lang="en-US" sz="1600" dirty="0" err="1"/>
              <a:t>tampilkan</a:t>
            </a:r>
            <a:r>
              <a:rPr lang="en-US" sz="1600" dirty="0"/>
              <a:t>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Bahasa Indonesia.”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Kelebihan</a:t>
            </a:r>
            <a:r>
              <a:rPr lang="en-US" sz="1600" dirty="0"/>
              <a:t>: AI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mulai</a:t>
            </a:r>
            <a:r>
              <a:rPr lang="en-US" sz="1600" dirty="0"/>
              <a:t> </a:t>
            </a:r>
            <a:r>
              <a:rPr lang="en-US" sz="1600" dirty="0" err="1"/>
              <a:t>terstruktur</a:t>
            </a:r>
            <a:r>
              <a:rPr lang="en-US" sz="1600" dirty="0"/>
              <a:t> </a:t>
            </a:r>
            <a:r>
              <a:rPr lang="en-US" sz="1600" dirty="0" err="1"/>
              <a:t>tetapi</a:t>
            </a:r>
            <a:r>
              <a:rPr lang="en-US" sz="1600" dirty="0"/>
              <a:t> </a:t>
            </a:r>
            <a:r>
              <a:rPr lang="en-US" sz="1600" dirty="0" err="1"/>
              <a:t>masih</a:t>
            </a:r>
            <a:r>
              <a:rPr lang="en-US" sz="1600" dirty="0"/>
              <a:t> </a:t>
            </a:r>
            <a:r>
              <a:rPr lang="en-US" sz="1600" dirty="0" err="1"/>
              <a:t>belum</a:t>
            </a:r>
            <a:r>
              <a:rPr lang="en-US" sz="1600" dirty="0"/>
              <a:t> </a:t>
            </a:r>
            <a:r>
              <a:rPr lang="en-US" sz="1600" dirty="0" err="1"/>
              <a:t>rapih</a:t>
            </a:r>
            <a:r>
              <a:rPr lang="en-US" sz="1600" dirty="0"/>
              <a:t> </a:t>
            </a:r>
            <a:r>
              <a:rPr lang="en-US" sz="1600" dirty="0" err="1"/>
              <a:t>tampilannya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Kekurangan</a:t>
            </a:r>
            <a:r>
              <a:rPr lang="en-US" sz="1600" dirty="0"/>
              <a:t>: Prompt Kembali </a:t>
            </a:r>
            <a:r>
              <a:rPr lang="en-US" sz="1600" dirty="0" err="1"/>
              <a:t>ke</a:t>
            </a:r>
            <a:r>
              <a:rPr lang="en-US" sz="1600" dirty="0"/>
              <a:t> Bahasa Indonesia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C9C54B-ADD6-B249-0796-45404CB34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976" y="3477775"/>
            <a:ext cx="6401024" cy="34405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973E6B-1AA3-E0A6-3FF4-1FBE01D5D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976" y="0"/>
            <a:ext cx="6401024" cy="344055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69F915-06B3-ECF0-062F-7ECFEF51D82B}"/>
              </a:ext>
            </a:extLst>
          </p:cNvPr>
          <p:cNvSpPr txBox="1">
            <a:spLocks/>
          </p:cNvSpPr>
          <p:nvPr/>
        </p:nvSpPr>
        <p:spPr>
          <a:xfrm>
            <a:off x="838198" y="1253331"/>
            <a:ext cx="2508115" cy="4373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/>
              <a:t>Tipe</a:t>
            </a:r>
            <a:r>
              <a:rPr lang="en-US" sz="1600" dirty="0"/>
              <a:t> prompting:  Instruction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150429-8063-EF15-FA68-7FD8E09C3BED}"/>
              </a:ext>
            </a:extLst>
          </p:cNvPr>
          <p:cNvSpPr txBox="1">
            <a:spLocks/>
          </p:cNvSpPr>
          <p:nvPr/>
        </p:nvSpPr>
        <p:spPr>
          <a:xfrm>
            <a:off x="3796807" y="815974"/>
            <a:ext cx="2057621" cy="87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Temp: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Top-P : 0.9</a:t>
            </a:r>
          </a:p>
        </p:txBody>
      </p:sp>
    </p:spTree>
    <p:extLst>
      <p:ext uri="{BB962C8B-B14F-4D97-AF65-F5344CB8AC3E}">
        <p14:creationId xmlns:p14="http://schemas.microsoft.com/office/powerpoint/2010/main" val="417628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72F6D-9E91-96C0-EC56-E6358A32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19CA3-5909-E428-87B6-C61A173C4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08115" cy="1325563"/>
          </a:xfrm>
        </p:spPr>
        <p:txBody>
          <a:bodyPr/>
          <a:lstStyle/>
          <a:p>
            <a:r>
              <a:rPr lang="en-US" dirty="0"/>
              <a:t>Langkah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5772-A6E7-FAC4-D9CB-F87F963A2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50228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Prompt = “</a:t>
            </a:r>
            <a:r>
              <a:rPr lang="en-US" sz="1600" dirty="0" err="1"/>
              <a:t>Berikan</a:t>
            </a:r>
            <a:r>
              <a:rPr lang="en-US" sz="1600" dirty="0"/>
              <a:t> </a:t>
            </a:r>
            <a:r>
              <a:rPr lang="en-US" sz="1600" dirty="0" err="1"/>
              <a:t>jarak</a:t>
            </a:r>
            <a:r>
              <a:rPr lang="en-US" sz="1600" dirty="0"/>
              <a:t> </a:t>
            </a:r>
            <a:r>
              <a:rPr lang="en-US" sz="1600" dirty="0" err="1"/>
              <a:t>antara</a:t>
            </a:r>
            <a:r>
              <a:rPr lang="en-US" sz="1600" dirty="0"/>
              <a:t> </a:t>
            </a:r>
            <a:r>
              <a:rPr lang="en-US" sz="1600" dirty="0" err="1"/>
              <a:t>setiap</a:t>
            </a:r>
            <a:r>
              <a:rPr lang="en-US" sz="1600" dirty="0"/>
              <a:t> section pada </a:t>
            </a:r>
            <a:r>
              <a:rPr lang="en-US" sz="1600" dirty="0" err="1"/>
              <a:t>setiap</a:t>
            </a:r>
            <a:r>
              <a:rPr lang="en-US" sz="1600" dirty="0"/>
              <a:t> output (</a:t>
            </a:r>
            <a:r>
              <a:rPr lang="en-US" sz="1600" dirty="0" err="1"/>
              <a:t>contoh</a:t>
            </a:r>
            <a:r>
              <a:rPr lang="en-US" sz="1600" dirty="0"/>
              <a:t>: nama </a:t>
            </a:r>
            <a:r>
              <a:rPr lang="en-US" sz="1600" dirty="0" err="1"/>
              <a:t>kandidat</a:t>
            </a:r>
            <a:r>
              <a:rPr lang="en-US" sz="1600" dirty="0"/>
              <a:t> dan </a:t>
            </a:r>
            <a:r>
              <a:rPr lang="en-US" sz="1600" dirty="0" err="1"/>
              <a:t>ringkasan</a:t>
            </a:r>
            <a:r>
              <a:rPr lang="en-US" sz="1600" dirty="0"/>
              <a:t> </a:t>
            </a:r>
            <a:r>
              <a:rPr lang="en-US" sz="1600" dirty="0" err="1"/>
              <a:t>kandidat</a:t>
            </a:r>
            <a:r>
              <a:rPr lang="en-US" sz="1600" dirty="0"/>
              <a:t> </a:t>
            </a:r>
            <a:r>
              <a:rPr lang="en-US" sz="1600" dirty="0" err="1"/>
              <a:t>terdapat</a:t>
            </a:r>
            <a:r>
              <a:rPr lang="en-US" sz="1600" dirty="0"/>
              <a:t> </a:t>
            </a:r>
            <a:r>
              <a:rPr lang="en-US" sz="1600" dirty="0" err="1"/>
              <a:t>jarak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hingga</a:t>
            </a:r>
            <a:r>
              <a:rPr lang="en-US" sz="1600" dirty="0"/>
              <a:t> dua baris, </a:t>
            </a:r>
            <a:r>
              <a:rPr lang="en-US" sz="1600" dirty="0" err="1"/>
              <a:t>ringkasan</a:t>
            </a:r>
            <a:r>
              <a:rPr lang="en-US" sz="1600" dirty="0"/>
              <a:t> </a:t>
            </a:r>
            <a:r>
              <a:rPr lang="en-US" sz="1600" dirty="0" err="1"/>
              <a:t>kandidat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kelebihan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barus</a:t>
            </a:r>
            <a:r>
              <a:rPr lang="en-US" sz="1600" dirty="0"/>
              <a:t>, </a:t>
            </a:r>
            <a:r>
              <a:rPr lang="en-US" sz="1600" dirty="0" err="1"/>
              <a:t>dst</a:t>
            </a:r>
            <a:r>
              <a:rPr lang="en-US" sz="1600" dirty="0"/>
              <a:t>.).”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Kelebihan</a:t>
            </a:r>
            <a:r>
              <a:rPr lang="en-US" sz="1600" dirty="0"/>
              <a:t>:  Hasil response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yang </a:t>
            </a:r>
            <a:r>
              <a:rPr lang="en-US" sz="1600" dirty="0" err="1"/>
              <a:t>diinginkan</a:t>
            </a:r>
            <a:r>
              <a:rPr lang="en-US" sz="1600" dirty="0"/>
              <a:t>, nada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profesional</a:t>
            </a:r>
            <a:r>
              <a:rPr lang="en-US" sz="1600" dirty="0"/>
              <a:t>, dan </a:t>
            </a:r>
            <a:r>
              <a:rPr lang="en-US" sz="1600" dirty="0" err="1"/>
              <a:t>memenuhi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</a:t>
            </a:r>
            <a:r>
              <a:rPr lang="en-US" sz="1600" dirty="0" err="1"/>
              <a:t>kriteria</a:t>
            </a:r>
            <a:r>
              <a:rPr lang="en-US" sz="1600" dirty="0"/>
              <a:t> yang </a:t>
            </a:r>
            <a:r>
              <a:rPr lang="en-US" sz="1600" dirty="0" err="1"/>
              <a:t>diberikan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Kekurangan</a:t>
            </a:r>
            <a:r>
              <a:rPr lang="en-US" sz="1600" dirty="0"/>
              <a:t>:</a:t>
            </a:r>
          </a:p>
          <a:p>
            <a:pPr>
              <a:buFontTx/>
              <a:buChar char="-"/>
            </a:pPr>
            <a:r>
              <a:rPr lang="en-US" sz="1600" dirty="0"/>
              <a:t>Prompt </a:t>
            </a:r>
            <a:r>
              <a:rPr lang="en-US" sz="1600" dirty="0" err="1"/>
              <a:t>masih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Bahasa Indonesia</a:t>
            </a:r>
          </a:p>
          <a:p>
            <a:pPr>
              <a:buFontTx/>
              <a:buChar char="-"/>
            </a:pPr>
            <a:r>
              <a:rPr lang="en-US" sz="1600" dirty="0"/>
              <a:t>Front-end </a:t>
            </a:r>
            <a:r>
              <a:rPr lang="en-US" sz="1600" dirty="0" err="1"/>
              <a:t>masih</a:t>
            </a:r>
            <a:r>
              <a:rPr lang="en-US" sz="1600" dirty="0"/>
              <a:t> </a:t>
            </a:r>
            <a:r>
              <a:rPr lang="en-US" sz="1600" dirty="0" err="1"/>
              <a:t>terlalu</a:t>
            </a:r>
            <a:r>
              <a:rPr lang="en-US" sz="1600" dirty="0"/>
              <a:t> basic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8AC9D7-D18A-3261-B656-3D2C4B887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465" y="-23812"/>
            <a:ext cx="6379535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2CD196-4749-DD17-7183-05C7945EF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976" y="3477775"/>
            <a:ext cx="6401024" cy="344055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E74C52-AF6B-5BC4-992A-B40F94316D1A}"/>
              </a:ext>
            </a:extLst>
          </p:cNvPr>
          <p:cNvSpPr txBox="1">
            <a:spLocks/>
          </p:cNvSpPr>
          <p:nvPr/>
        </p:nvSpPr>
        <p:spPr>
          <a:xfrm>
            <a:off x="838198" y="1253331"/>
            <a:ext cx="2508115" cy="4373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/>
              <a:t>Tipe</a:t>
            </a:r>
            <a:r>
              <a:rPr lang="en-US" sz="1600" dirty="0"/>
              <a:t> prompting:  Instruction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5BED0D-52BE-ED16-72D7-70596610AB1E}"/>
              </a:ext>
            </a:extLst>
          </p:cNvPr>
          <p:cNvSpPr txBox="1">
            <a:spLocks/>
          </p:cNvSpPr>
          <p:nvPr/>
        </p:nvSpPr>
        <p:spPr>
          <a:xfrm>
            <a:off x="3796807" y="815974"/>
            <a:ext cx="2057621" cy="87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Temp: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Top-P : 0.9</a:t>
            </a:r>
          </a:p>
        </p:txBody>
      </p:sp>
    </p:spTree>
    <p:extLst>
      <p:ext uri="{BB962C8B-B14F-4D97-AF65-F5344CB8AC3E}">
        <p14:creationId xmlns:p14="http://schemas.microsoft.com/office/powerpoint/2010/main" val="1554973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31E67-13D3-8CB2-20F1-3EF7FF678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FA91-AB8F-A876-936C-2FCFD000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08115" cy="1325563"/>
          </a:xfrm>
        </p:spPr>
        <p:txBody>
          <a:bodyPr/>
          <a:lstStyle/>
          <a:p>
            <a:r>
              <a:rPr lang="en-US" dirty="0"/>
              <a:t>Langkah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89959-315C-D747-F831-599E364D6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50228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Prompt = “Ubah prompt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bahasa</a:t>
            </a:r>
            <a:r>
              <a:rPr lang="en-US" sz="1600" dirty="0"/>
              <a:t> </a:t>
            </a:r>
            <a:r>
              <a:rPr lang="en-US" sz="1600" dirty="0" err="1"/>
              <a:t>inggris</a:t>
            </a:r>
            <a:r>
              <a:rPr lang="en-US" sz="1600" dirty="0"/>
              <a:t>, </a:t>
            </a:r>
            <a:r>
              <a:rPr lang="en-US" sz="1600" dirty="0" err="1"/>
              <a:t>buat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prompt yang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dirty="0" err="1"/>
              <a:t>penjelasan</a:t>
            </a:r>
            <a:r>
              <a:rPr lang="en-US" sz="1600" dirty="0"/>
              <a:t> (</a:t>
            </a:r>
            <a:r>
              <a:rPr lang="en-US" sz="1600" dirty="0" err="1"/>
              <a:t>Ringkasan</a:t>
            </a:r>
            <a:r>
              <a:rPr lang="en-US" sz="1600" dirty="0"/>
              <a:t> </a:t>
            </a:r>
            <a:r>
              <a:rPr lang="en-US" sz="1600" dirty="0" err="1"/>
              <a:t>kandidat</a:t>
            </a:r>
            <a:r>
              <a:rPr lang="en-US" sz="1600" dirty="0"/>
              <a:t> dan </a:t>
            </a:r>
            <a:r>
              <a:rPr lang="en-US" sz="1600" dirty="0" err="1"/>
              <a:t>alasan</a:t>
            </a:r>
            <a:r>
              <a:rPr lang="en-US" sz="1600" dirty="0"/>
              <a:t> </a:t>
            </a:r>
            <a:r>
              <a:rPr lang="en-US" sz="1600" dirty="0" err="1"/>
              <a:t>rekomendasi</a:t>
            </a:r>
            <a:r>
              <a:rPr lang="en-US" sz="1600" dirty="0"/>
              <a:t>) di </a:t>
            </a:r>
            <a:r>
              <a:rPr lang="en-US" sz="1600" dirty="0" err="1"/>
              <a:t>bawah</a:t>
            </a:r>
            <a:r>
              <a:rPr lang="en-US" sz="1600" dirty="0"/>
              <a:t> </a:t>
            </a:r>
            <a:r>
              <a:rPr lang="en-US" sz="1600" dirty="0" err="1"/>
              <a:t>judul</a:t>
            </a:r>
            <a:r>
              <a:rPr lang="en-US" sz="1600" dirty="0"/>
              <a:t> </a:t>
            </a:r>
            <a:r>
              <a:rPr lang="en-US" sz="1600" dirty="0" err="1"/>
              <a:t>bagiannya</a:t>
            </a:r>
            <a:r>
              <a:rPr lang="en-US" sz="1600" dirty="0"/>
              <a:t>.”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Kelebihan</a:t>
            </a:r>
            <a:r>
              <a:rPr lang="en-US" sz="1600" dirty="0"/>
              <a:t>: Prompt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Bahasa </a:t>
            </a:r>
            <a:r>
              <a:rPr lang="en-US" sz="1600" dirty="0" err="1"/>
              <a:t>Inggris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Kekurangan</a:t>
            </a:r>
            <a:r>
              <a:rPr lang="en-US" sz="1600" dirty="0"/>
              <a:t>:</a:t>
            </a:r>
          </a:p>
          <a:p>
            <a:pPr>
              <a:buFontTx/>
              <a:buChar char="-"/>
            </a:pPr>
            <a:r>
              <a:rPr lang="en-US" sz="1600" dirty="0"/>
              <a:t>Masih </a:t>
            </a:r>
            <a:r>
              <a:rPr lang="en-US" sz="1600" dirty="0" err="1"/>
              <a:t>menampilkan</a:t>
            </a:r>
            <a:r>
              <a:rPr lang="en-US" sz="1600" dirty="0"/>
              <a:t> thinking process</a:t>
            </a:r>
          </a:p>
          <a:p>
            <a:pPr>
              <a:buFontTx/>
              <a:buChar char="-"/>
            </a:pPr>
            <a:r>
              <a:rPr lang="en-US" sz="1600" dirty="0" err="1"/>
              <a:t>Penjelasan</a:t>
            </a:r>
            <a:r>
              <a:rPr lang="en-US" sz="1600" dirty="0"/>
              <a:t> yang </a:t>
            </a:r>
            <a:r>
              <a:rPr lang="en-US" sz="1600" dirty="0" err="1"/>
              <a:t>membutuhkan</a:t>
            </a:r>
            <a:r>
              <a:rPr lang="en-US" sz="1600" dirty="0"/>
              <a:t> 2 </a:t>
            </a:r>
            <a:r>
              <a:rPr lang="en-US" sz="1600" dirty="0" err="1"/>
              <a:t>sampai</a:t>
            </a:r>
            <a:r>
              <a:rPr lang="en-US" sz="1600" dirty="0"/>
              <a:t> 3 </a:t>
            </a:r>
            <a:r>
              <a:rPr lang="en-US" sz="1600" dirty="0" err="1"/>
              <a:t>kalimat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diubah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</a:t>
            </a:r>
            <a:r>
              <a:rPr lang="en-US" sz="1600" dirty="0" err="1"/>
              <a:t>bawah</a:t>
            </a:r>
            <a:r>
              <a:rPr lang="en-US" sz="1600" dirty="0"/>
              <a:t> (</a:t>
            </a:r>
            <a:r>
              <a:rPr lang="en-US" sz="1600" dirty="0" err="1"/>
              <a:t>dibenarkan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manual)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B08E51-F2F6-D3B9-067D-B8D814C46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976" y="-58737"/>
            <a:ext cx="6401024" cy="3440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05FA80-ABF8-19AD-4E1A-C409DB325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976" y="3417449"/>
            <a:ext cx="6401024" cy="344055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962C74-6250-B175-3AA8-CC65F528B701}"/>
              </a:ext>
            </a:extLst>
          </p:cNvPr>
          <p:cNvSpPr txBox="1">
            <a:spLocks/>
          </p:cNvSpPr>
          <p:nvPr/>
        </p:nvSpPr>
        <p:spPr>
          <a:xfrm>
            <a:off x="838198" y="1253331"/>
            <a:ext cx="2508115" cy="4373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/>
              <a:t>Tipe</a:t>
            </a:r>
            <a:r>
              <a:rPr lang="en-US" sz="1600" dirty="0"/>
              <a:t> prompting:  Instruction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61DFC9-F846-7AA1-D881-8B051AEBBB78}"/>
              </a:ext>
            </a:extLst>
          </p:cNvPr>
          <p:cNvSpPr txBox="1">
            <a:spLocks/>
          </p:cNvSpPr>
          <p:nvPr/>
        </p:nvSpPr>
        <p:spPr>
          <a:xfrm>
            <a:off x="3796807" y="815974"/>
            <a:ext cx="2057621" cy="87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Temp: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Top-P : 0.9</a:t>
            </a:r>
          </a:p>
        </p:txBody>
      </p:sp>
    </p:spTree>
    <p:extLst>
      <p:ext uri="{BB962C8B-B14F-4D97-AF65-F5344CB8AC3E}">
        <p14:creationId xmlns:p14="http://schemas.microsoft.com/office/powerpoint/2010/main" val="2934102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E48E1-8B84-1068-AE08-2301F55E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59F31-498B-BB67-01D2-9959E6037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08115" cy="1325563"/>
          </a:xfrm>
        </p:spPr>
        <p:txBody>
          <a:bodyPr/>
          <a:lstStyle/>
          <a:p>
            <a:r>
              <a:rPr lang="en-US" dirty="0"/>
              <a:t>Langkah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7E858-F576-F820-427D-CD8E09FF3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50228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Prompt = “Ubah frontend agar </a:t>
            </a:r>
            <a:r>
              <a:rPr lang="en-US" sz="1600" dirty="0" err="1"/>
              <a:t>memiliki</a:t>
            </a:r>
            <a:r>
              <a:rPr lang="en-US" sz="1600" dirty="0"/>
              <a:t> </a:t>
            </a:r>
            <a:r>
              <a:rPr lang="en-US" sz="1600" dirty="0" err="1"/>
              <a:t>tampilan</a:t>
            </a:r>
            <a:r>
              <a:rPr lang="en-US" sz="1600" dirty="0"/>
              <a:t> yang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profesional</a:t>
            </a:r>
            <a:r>
              <a:rPr lang="en-US" sz="1600" dirty="0"/>
              <a:t>”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Kelebihan</a:t>
            </a:r>
            <a:r>
              <a:rPr lang="en-US" sz="1600" dirty="0"/>
              <a:t>: Frontend </a:t>
            </a:r>
            <a:r>
              <a:rPr lang="en-US" sz="1600" dirty="0" err="1"/>
              <a:t>sudah</a:t>
            </a:r>
            <a:r>
              <a:rPr lang="en-US" sz="1600" dirty="0"/>
              <a:t> sangat </a:t>
            </a:r>
            <a:r>
              <a:rPr lang="en-US" sz="1600" dirty="0" err="1"/>
              <a:t>profesional</a:t>
            </a:r>
            <a:r>
              <a:rPr lang="en-US" sz="1600" dirty="0"/>
              <a:t> dan </a:t>
            </a:r>
            <a:r>
              <a:rPr lang="en-US" sz="1600" dirty="0" err="1"/>
              <a:t>cukup</a:t>
            </a:r>
            <a:r>
              <a:rPr lang="en-US" sz="1600" dirty="0"/>
              <a:t> </a:t>
            </a:r>
            <a:r>
              <a:rPr lang="en-US" sz="1600" dirty="0" err="1"/>
              <a:t>menarik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Kekurangan</a:t>
            </a:r>
            <a:r>
              <a:rPr lang="en-US" sz="1600" dirty="0"/>
              <a:t>:</a:t>
            </a:r>
          </a:p>
          <a:p>
            <a:pPr>
              <a:buFontTx/>
              <a:buChar char="-"/>
            </a:pPr>
            <a:r>
              <a:rPr lang="en-US" sz="1600" dirty="0" err="1"/>
              <a:t>Menampilkan</a:t>
            </a:r>
            <a:r>
              <a:rPr lang="en-US" sz="1600" dirty="0"/>
              <a:t> system prompt</a:t>
            </a:r>
          </a:p>
          <a:p>
            <a:pPr>
              <a:buFontTx/>
              <a:buChar char="-"/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E4212C-12A8-6B59-52EA-FEE79B1F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464" y="0"/>
            <a:ext cx="6379535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3E4C36-00C8-90E9-3D52-8A54442E6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464" y="3489323"/>
            <a:ext cx="6379536" cy="342900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027F26-8331-539C-CC25-0C9ABBA0B9B0}"/>
              </a:ext>
            </a:extLst>
          </p:cNvPr>
          <p:cNvSpPr txBox="1">
            <a:spLocks/>
          </p:cNvSpPr>
          <p:nvPr/>
        </p:nvSpPr>
        <p:spPr>
          <a:xfrm>
            <a:off x="838198" y="1253331"/>
            <a:ext cx="2508115" cy="4373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/>
              <a:t>Tipe</a:t>
            </a:r>
            <a:r>
              <a:rPr lang="en-US" sz="1600" dirty="0"/>
              <a:t> prompting:  Instruction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124AC3-E358-508E-AA48-6FD106C50976}"/>
              </a:ext>
            </a:extLst>
          </p:cNvPr>
          <p:cNvSpPr txBox="1">
            <a:spLocks/>
          </p:cNvSpPr>
          <p:nvPr/>
        </p:nvSpPr>
        <p:spPr>
          <a:xfrm>
            <a:off x="3796807" y="815974"/>
            <a:ext cx="2057621" cy="87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Temp: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Top-P : 0.6</a:t>
            </a:r>
          </a:p>
        </p:txBody>
      </p:sp>
    </p:spTree>
    <p:extLst>
      <p:ext uri="{BB962C8B-B14F-4D97-AF65-F5344CB8AC3E}">
        <p14:creationId xmlns:p14="http://schemas.microsoft.com/office/powerpoint/2010/main" val="2437657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9B5F-521B-DE48-76A3-4DC2CF195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78DCD-3941-57E2-AD36-CB6416DB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08300" cy="1325563"/>
          </a:xfrm>
        </p:spPr>
        <p:txBody>
          <a:bodyPr/>
          <a:lstStyle/>
          <a:p>
            <a:r>
              <a:rPr lang="en-US" dirty="0"/>
              <a:t>Langkah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656C1-AE13-6C35-7A08-619741CA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50228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Prompt = “</a:t>
            </a:r>
            <a:r>
              <a:rPr lang="en-US" sz="1600" dirty="0" err="1"/>
              <a:t>Buat</a:t>
            </a:r>
            <a:r>
              <a:rPr lang="en-US" sz="1600" dirty="0"/>
              <a:t> agar proses </a:t>
            </a:r>
            <a:r>
              <a:rPr lang="en-US" sz="1600" dirty="0" err="1"/>
              <a:t>pemikiran</a:t>
            </a:r>
            <a:r>
              <a:rPr lang="en-US" sz="1600" dirty="0"/>
              <a:t> model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ditampilkan</a:t>
            </a:r>
            <a:r>
              <a:rPr lang="en-US" sz="1600" dirty="0"/>
              <a:t> di website”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Kelebihan</a:t>
            </a:r>
            <a:r>
              <a:rPr lang="en-US" sz="1600" dirty="0"/>
              <a:t>: Hasil website </a:t>
            </a:r>
            <a:r>
              <a:rPr lang="en-US" sz="1600" dirty="0" err="1"/>
              <a:t>sudah</a:t>
            </a:r>
            <a:r>
              <a:rPr lang="en-US" sz="1600" dirty="0"/>
              <a:t> final dan </a:t>
            </a:r>
            <a:r>
              <a:rPr lang="en-US" sz="1600" dirty="0" err="1"/>
              <a:t>semua</a:t>
            </a:r>
            <a:r>
              <a:rPr lang="en-US" sz="1600" dirty="0"/>
              <a:t> </a:t>
            </a:r>
            <a:r>
              <a:rPr lang="en-US" sz="1600" dirty="0" err="1"/>
              <a:t>kriteria</a:t>
            </a:r>
            <a:r>
              <a:rPr lang="en-US" sz="1600" dirty="0"/>
              <a:t>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dipenuhi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 err="1"/>
              <a:t>Kekurangan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US" sz="1600" dirty="0"/>
              <a:t>- Belum </a:t>
            </a:r>
            <a:r>
              <a:rPr lang="en-US" sz="1600" dirty="0" err="1"/>
              <a:t>ada</a:t>
            </a:r>
            <a:r>
              <a:rPr lang="en-US" sz="1600" dirty="0"/>
              <a:t> README.md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menjelaskan</a:t>
            </a:r>
            <a:r>
              <a:rPr lang="en-US" sz="1600" dirty="0"/>
              <a:t> </a:t>
            </a:r>
            <a:r>
              <a:rPr lang="en-US" sz="1600" dirty="0" err="1"/>
              <a:t>cara</a:t>
            </a:r>
            <a:r>
              <a:rPr lang="en-US" sz="1600" dirty="0"/>
              <a:t> </a:t>
            </a:r>
            <a:r>
              <a:rPr lang="en-US" sz="1600" dirty="0" err="1"/>
              <a:t>pemakaian</a:t>
            </a:r>
            <a:r>
              <a:rPr lang="en-US" sz="1600" dirty="0"/>
              <a:t> </a:t>
            </a:r>
            <a:r>
              <a:rPr lang="en-US" sz="1600" dirty="0" err="1"/>
              <a:t>aplikasi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D0336F-0AB0-781E-521B-C58CD0DA3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464" y="0"/>
            <a:ext cx="6379535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9D2BA1-E45A-0DAE-E471-A27003662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464" y="3489323"/>
            <a:ext cx="6379536" cy="342900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176D-EC9B-7C01-C7EC-1518B4F1F9B1}"/>
              </a:ext>
            </a:extLst>
          </p:cNvPr>
          <p:cNvSpPr txBox="1">
            <a:spLocks/>
          </p:cNvSpPr>
          <p:nvPr/>
        </p:nvSpPr>
        <p:spPr>
          <a:xfrm>
            <a:off x="838198" y="1253331"/>
            <a:ext cx="2508115" cy="4373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/>
              <a:t>Tipe</a:t>
            </a:r>
            <a:r>
              <a:rPr lang="en-US" sz="1600" dirty="0"/>
              <a:t> prompting:  Instruction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0505AA-3EC4-20BD-AD64-029E4B68F707}"/>
              </a:ext>
            </a:extLst>
          </p:cNvPr>
          <p:cNvSpPr txBox="1">
            <a:spLocks/>
          </p:cNvSpPr>
          <p:nvPr/>
        </p:nvSpPr>
        <p:spPr>
          <a:xfrm>
            <a:off x="3796807" y="815974"/>
            <a:ext cx="2057621" cy="87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Temp: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Top-P : 0.7</a:t>
            </a:r>
          </a:p>
        </p:txBody>
      </p:sp>
    </p:spTree>
    <p:extLst>
      <p:ext uri="{BB962C8B-B14F-4D97-AF65-F5344CB8AC3E}">
        <p14:creationId xmlns:p14="http://schemas.microsoft.com/office/powerpoint/2010/main" val="3435042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8208E-A060-F251-F175-F7AAC53F2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E6287-5D12-1FCB-1F2B-FC24612E5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08300" cy="1325563"/>
          </a:xfrm>
        </p:spPr>
        <p:txBody>
          <a:bodyPr/>
          <a:lstStyle/>
          <a:p>
            <a:r>
              <a:rPr lang="en-US" dirty="0"/>
              <a:t>Langkah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F40A6-5ADA-F839-2E28-3501EA5A4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50228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Prompt = “</a:t>
            </a:r>
            <a:r>
              <a:rPr lang="en-US" sz="1600" dirty="0" err="1"/>
              <a:t>buatlah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file markdown </a:t>
            </a:r>
            <a:r>
              <a:rPr lang="en-US" sz="1600" dirty="0" err="1"/>
              <a:t>cara</a:t>
            </a:r>
            <a:r>
              <a:rPr lang="en-US" sz="1600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aplikasi</a:t>
            </a:r>
            <a:r>
              <a:rPr lang="en-US" sz="1600" dirty="0"/>
              <a:t> dan file requirements yang </a:t>
            </a:r>
            <a:r>
              <a:rPr lang="en-US" sz="1600" dirty="0" err="1"/>
              <a:t>untuk</a:t>
            </a:r>
            <a:r>
              <a:rPr lang="en-US" sz="1600" dirty="0"/>
              <a:t> download </a:t>
            </a:r>
            <a:r>
              <a:rPr lang="en-US" sz="1600" dirty="0" err="1"/>
              <a:t>semua</a:t>
            </a:r>
            <a:r>
              <a:rPr lang="en-US" sz="1600" dirty="0"/>
              <a:t> library python yang </a:t>
            </a:r>
            <a:r>
              <a:rPr lang="en-US" sz="1600" dirty="0" err="1"/>
              <a:t>dibutuhkan</a:t>
            </a:r>
            <a:r>
              <a:rPr lang="en-US" sz="1600" dirty="0"/>
              <a:t>”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Kelebihan</a:t>
            </a:r>
            <a:r>
              <a:rPr lang="en-US" sz="1600" dirty="0"/>
              <a:t>: README.md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dibuat</a:t>
            </a:r>
            <a:r>
              <a:rPr lang="en-US" sz="1600" dirty="0"/>
              <a:t>, </a:t>
            </a:r>
            <a:r>
              <a:rPr lang="en-US" sz="1600" dirty="0" err="1"/>
              <a:t>terdapat</a:t>
            </a:r>
            <a:r>
              <a:rPr lang="en-US" sz="1600" dirty="0"/>
              <a:t> file requirements.txt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library yang </a:t>
            </a:r>
            <a:r>
              <a:rPr lang="en-US" sz="1600" dirty="0" err="1"/>
              <a:t>digunakan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 err="1"/>
              <a:t>Kekurangan</a:t>
            </a:r>
            <a:r>
              <a:rPr lang="en-US" sz="1600" dirty="0"/>
              <a:t>:</a:t>
            </a:r>
          </a:p>
          <a:p>
            <a:pPr>
              <a:buFontTx/>
              <a:buChar char="-"/>
            </a:pPr>
            <a:r>
              <a:rPr lang="en-US" sz="1600" dirty="0"/>
              <a:t>Belum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penyesuaian</a:t>
            </a:r>
            <a:r>
              <a:rPr lang="en-US" sz="1600" dirty="0"/>
              <a:t> </a:t>
            </a:r>
            <a:r>
              <a:rPr lang="en-US" sz="1600" dirty="0" err="1"/>
              <a:t>direktori</a:t>
            </a:r>
            <a:r>
              <a:rPr lang="en-US" sz="1600" dirty="0"/>
              <a:t> file,</a:t>
            </a:r>
          </a:p>
          <a:p>
            <a:pPr>
              <a:buFontTx/>
              <a:buChar char="-"/>
            </a:pPr>
            <a:r>
              <a:rPr lang="en-US" sz="1600" dirty="0"/>
              <a:t>Belum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langkah</a:t>
            </a:r>
            <a:r>
              <a:rPr lang="en-US" sz="1600" dirty="0"/>
              <a:t> </a:t>
            </a:r>
            <a:r>
              <a:rPr lang="en-US" sz="1600" dirty="0" err="1"/>
              <a:t>menjalakan</a:t>
            </a:r>
            <a:r>
              <a:rPr lang="en-US" sz="1600" dirty="0"/>
              <a:t> </a:t>
            </a:r>
            <a:r>
              <a:rPr lang="en-US" sz="1600" dirty="0" err="1"/>
              <a:t>aplikasi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BCC3D6-7DE0-BCA6-1B8A-4E638A41D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464" y="0"/>
            <a:ext cx="6379536" cy="3429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BB2398-EA1B-197B-9C11-72C5E3CC6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464" y="3428998"/>
            <a:ext cx="6379536" cy="342900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B0EA8A-47D4-8B24-689D-EF5A49FE74EE}"/>
              </a:ext>
            </a:extLst>
          </p:cNvPr>
          <p:cNvSpPr txBox="1">
            <a:spLocks/>
          </p:cNvSpPr>
          <p:nvPr/>
        </p:nvSpPr>
        <p:spPr>
          <a:xfrm>
            <a:off x="838198" y="1253331"/>
            <a:ext cx="2508115" cy="4373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/>
              <a:t>Tipe</a:t>
            </a:r>
            <a:r>
              <a:rPr lang="en-US" sz="1600" dirty="0"/>
              <a:t> prompting:  Instruction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6A7A5-5B6F-F098-5B8D-13A65E5E8896}"/>
              </a:ext>
            </a:extLst>
          </p:cNvPr>
          <p:cNvSpPr txBox="1">
            <a:spLocks/>
          </p:cNvSpPr>
          <p:nvPr/>
        </p:nvSpPr>
        <p:spPr>
          <a:xfrm>
            <a:off x="3796807" y="815974"/>
            <a:ext cx="2057621" cy="87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Temp: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Top-P : 0.7</a:t>
            </a:r>
          </a:p>
        </p:txBody>
      </p:sp>
    </p:spTree>
    <p:extLst>
      <p:ext uri="{BB962C8B-B14F-4D97-AF65-F5344CB8AC3E}">
        <p14:creationId xmlns:p14="http://schemas.microsoft.com/office/powerpoint/2010/main" val="1144450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1D881-C7DC-C091-3703-3AD92EDDE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D6E0-A68B-67DA-9C46-8035BA3F5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08300" cy="1325563"/>
          </a:xfrm>
        </p:spPr>
        <p:txBody>
          <a:bodyPr/>
          <a:lstStyle/>
          <a:p>
            <a:r>
              <a:rPr lang="en-US" dirty="0"/>
              <a:t>Langkah 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0642F-A277-E257-0F32-6B325788D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50228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Prompt = “</a:t>
            </a:r>
            <a:r>
              <a:rPr lang="en-US" sz="1600" dirty="0" err="1"/>
              <a:t>masukkan</a:t>
            </a:r>
            <a:r>
              <a:rPr lang="en-US" sz="1600" dirty="0"/>
              <a:t> </a:t>
            </a:r>
            <a:r>
              <a:rPr lang="en-US" sz="1600" dirty="0" err="1"/>
              <a:t>langkah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menjalakan</a:t>
            </a:r>
            <a:r>
              <a:rPr lang="en-US" sz="1600" dirty="0"/>
              <a:t> </a:t>
            </a:r>
            <a:r>
              <a:rPr lang="en-US" sz="1600" dirty="0" err="1"/>
              <a:t>kode</a:t>
            </a:r>
            <a:r>
              <a:rPr lang="en-US" sz="1600" dirty="0"/>
              <a:t>, </a:t>
            </a:r>
            <a:r>
              <a:rPr lang="en-US" sz="1600" dirty="0" err="1"/>
              <a:t>menginstall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library, dan format </a:t>
            </a:r>
            <a:r>
              <a:rPr lang="en-US" sz="1600" dirty="0" err="1"/>
              <a:t>direktori</a:t>
            </a:r>
            <a:r>
              <a:rPr lang="en-US" sz="1600" dirty="0"/>
              <a:t> pada file readme”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Kelebihan</a:t>
            </a:r>
            <a:r>
              <a:rPr lang="en-US" sz="1600" dirty="0"/>
              <a:t>: </a:t>
            </a:r>
            <a:r>
              <a:rPr lang="en-US" sz="1600" dirty="0" err="1"/>
              <a:t>Semua</a:t>
            </a:r>
            <a:r>
              <a:rPr lang="en-US" sz="1600" dirty="0"/>
              <a:t> </a:t>
            </a:r>
            <a:r>
              <a:rPr lang="en-US" sz="1600" dirty="0" err="1"/>
              <a:t>instruksi</a:t>
            </a:r>
            <a:r>
              <a:rPr lang="en-US" sz="1600" dirty="0"/>
              <a:t>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selesai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Kekurangan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US" sz="1600" dirty="0"/>
              <a:t>- README.md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dibenarkan</a:t>
            </a:r>
            <a:r>
              <a:rPr lang="en-US" sz="1600" dirty="0"/>
              <a:t>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harus</a:t>
            </a:r>
            <a:r>
              <a:rPr lang="en-US" sz="1600" dirty="0"/>
              <a:t> </a:t>
            </a:r>
            <a:r>
              <a:rPr lang="en-US" sz="1600" dirty="0" err="1"/>
              <a:t>diinput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manual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D08D5D-5A69-3107-EED5-F1876E391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464" y="3489323"/>
            <a:ext cx="6379536" cy="3429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844757-7F9E-CFCE-F045-130E29D12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462" y="-60325"/>
            <a:ext cx="6379537" cy="342900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F880F5-A002-AD31-CF58-BDDBC3788A26}"/>
              </a:ext>
            </a:extLst>
          </p:cNvPr>
          <p:cNvSpPr txBox="1">
            <a:spLocks/>
          </p:cNvSpPr>
          <p:nvPr/>
        </p:nvSpPr>
        <p:spPr>
          <a:xfrm>
            <a:off x="838198" y="1253331"/>
            <a:ext cx="2508115" cy="4373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/>
              <a:t>Tipe</a:t>
            </a:r>
            <a:r>
              <a:rPr lang="en-US" sz="1600" dirty="0"/>
              <a:t> prompting: Instruction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AC546F-BCA2-2FA0-B781-E4830EDBE86D}"/>
              </a:ext>
            </a:extLst>
          </p:cNvPr>
          <p:cNvSpPr txBox="1">
            <a:spLocks/>
          </p:cNvSpPr>
          <p:nvPr/>
        </p:nvSpPr>
        <p:spPr>
          <a:xfrm>
            <a:off x="3796807" y="815974"/>
            <a:ext cx="2057621" cy="87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Temp: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Top-P : 0.9</a:t>
            </a:r>
          </a:p>
        </p:txBody>
      </p:sp>
    </p:spTree>
    <p:extLst>
      <p:ext uri="{BB962C8B-B14F-4D97-AF65-F5344CB8AC3E}">
        <p14:creationId xmlns:p14="http://schemas.microsoft.com/office/powerpoint/2010/main" val="3471969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40F0-67C6-E3FD-72B8-EC29F655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D0ECB-8058-B206-F6AD-02962E443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1"/>
            <a:ext cx="5257800" cy="2747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Cost Estimation (Harga 1$ = Rp. 17,690)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Input token: $0.000718</a:t>
            </a:r>
          </a:p>
          <a:p>
            <a:pPr marL="0" indent="0">
              <a:buNone/>
            </a:pPr>
            <a:r>
              <a:rPr lang="en-US" sz="2000" dirty="0"/>
              <a:t>Output token : $0.330924</a:t>
            </a:r>
          </a:p>
          <a:p>
            <a:pPr marL="0" indent="0">
              <a:buNone/>
            </a:pPr>
            <a:r>
              <a:rPr lang="en-US" sz="2000" dirty="0"/>
              <a:t>Total cost: $0.331642</a:t>
            </a:r>
          </a:p>
          <a:p>
            <a:pPr marL="0" indent="0">
              <a:buNone/>
            </a:pPr>
            <a:r>
              <a:rPr lang="en-US" sz="2000" dirty="0"/>
              <a:t>Total cost (IDR): Rp 0.33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25325-C7DB-A430-D1A3-7F612634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573" y="365125"/>
            <a:ext cx="3519228" cy="581183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8F9563-4FBA-C684-6BA2-A67A3F780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379613"/>
              </p:ext>
            </p:extLst>
          </p:nvPr>
        </p:nvGraphicFramePr>
        <p:xfrm>
          <a:off x="838199" y="1690688"/>
          <a:ext cx="52578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597">
                  <a:extLst>
                    <a:ext uri="{9D8B030D-6E8A-4147-A177-3AD203B41FA5}">
                      <a16:colId xmlns:a16="http://schemas.microsoft.com/office/drawing/2014/main" val="2229647137"/>
                    </a:ext>
                  </a:extLst>
                </a:gridCol>
                <a:gridCol w="3060204">
                  <a:extLst>
                    <a:ext uri="{9D8B030D-6E8A-4147-A177-3AD203B41FA5}">
                      <a16:colId xmlns:a16="http://schemas.microsoft.com/office/drawing/2014/main" val="2990050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Tipe</a:t>
                      </a:r>
                      <a:r>
                        <a:rPr lang="en-US" dirty="0"/>
                        <a:t>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Jumlah</a:t>
                      </a:r>
                      <a:r>
                        <a:rPr lang="en-US" dirty="0"/>
                        <a:t> Token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52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543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27,577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10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27,936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790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8079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181E-FF3F-2A82-AC0C-91253062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84B95-41D1-C3B9-DE5F-136DDF8FC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/>
              <a:t>Penggunaan</a:t>
            </a:r>
            <a:r>
              <a:rPr lang="en-US" dirty="0"/>
              <a:t> Top-P yang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model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halusinasi</a:t>
            </a:r>
            <a:r>
              <a:rPr lang="en-US" dirty="0"/>
              <a:t> </a:t>
            </a:r>
            <a:r>
              <a:rPr lang="en-US" dirty="0" err="1"/>
              <a:t>walaupun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ketentuan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pada prompt </a:t>
            </a:r>
            <a:r>
              <a:rPr lang="en-US" dirty="0" err="1"/>
              <a:t>sebelumnya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 err="1"/>
              <a:t>Instruksi</a:t>
            </a:r>
            <a:r>
              <a:rPr lang="en-US" dirty="0"/>
              <a:t> yang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sangat </a:t>
            </a:r>
            <a:r>
              <a:rPr lang="en-US" dirty="0" err="1"/>
              <a:t>jelas</a:t>
            </a:r>
            <a:r>
              <a:rPr lang="en-US" dirty="0"/>
              <a:t> </a:t>
            </a:r>
            <a:r>
              <a:rPr lang="en-US" dirty="0" err="1"/>
              <a:t>kalau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rollback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permasalahan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instruksi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menghancurkan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output (</a:t>
            </a:r>
            <a:r>
              <a:rPr lang="en-US" dirty="0" err="1"/>
              <a:t>Seperti</a:t>
            </a:r>
            <a:r>
              <a:rPr lang="en-US" dirty="0"/>
              <a:t> README.md)</a:t>
            </a:r>
          </a:p>
        </p:txBody>
      </p:sp>
    </p:spTree>
    <p:extLst>
      <p:ext uri="{BB962C8B-B14F-4D97-AF65-F5344CB8AC3E}">
        <p14:creationId xmlns:p14="http://schemas.microsoft.com/office/powerpoint/2010/main" val="1886583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6418-354C-5322-5566-CD510E3A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3580A4-204A-AD70-1514-C59CC9478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46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4EC5-9161-626D-2C7F-BCA5E3EDF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7756CB-7A55-1B87-F161-B786FF8DC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947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292C0-5043-006F-AADA-2E4063A90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97177F-6C25-CE1A-E4F8-16D3482FB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13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AE7E4-9386-FE32-0373-61CFF7C69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F9998F-7595-684E-3485-912221988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08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A96C7-CEFB-312B-3C33-BBC8D0430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0B9815-9B5C-A1C2-5E82-D8AC94408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58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A538C-FD29-93A0-9E1B-851E6800A2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DF40A-A8A2-7B08-D348-DF86D8561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96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6e50ac-242a-4d51-a958-3ecf06262b97}" enabled="1" method="Privileged" siteId="{9f3efc26-eea3-45e0-9a33-bdd96bbc7f6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827</Words>
  <Application>Microsoft Office PowerPoint</Application>
  <PresentationFormat>Widescreen</PresentationFormat>
  <Paragraphs>137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AI CV/Resume Reviewer</vt:lpstr>
      <vt:lpstr>Langkah 1</vt:lpstr>
      <vt:lpstr>Langkah 2</vt:lpstr>
      <vt:lpstr>Langkah 3</vt:lpstr>
      <vt:lpstr>Langkah 4</vt:lpstr>
      <vt:lpstr>Langkah 5</vt:lpstr>
      <vt:lpstr>Langkah 6</vt:lpstr>
      <vt:lpstr>Langkah 7</vt:lpstr>
      <vt:lpstr>Langkah 8</vt:lpstr>
      <vt:lpstr>Langkah 9</vt:lpstr>
      <vt:lpstr>Langkah 10</vt:lpstr>
      <vt:lpstr>Langkah 11</vt:lpstr>
      <vt:lpstr>Tokens</vt:lpstr>
      <vt:lpstr>Kesimpulan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Faraday Barr Fatahillah</dc:creator>
  <cp:lastModifiedBy>Faraday Barr Fatahillah</cp:lastModifiedBy>
  <cp:revision>77</cp:revision>
  <dcterms:created xsi:type="dcterms:W3CDTF">2026-05-18T03:30:29Z</dcterms:created>
  <dcterms:modified xsi:type="dcterms:W3CDTF">2026-06-01T04:02:38Z</dcterms:modified>
</cp:coreProperties>
</file>